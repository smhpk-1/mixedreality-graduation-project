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_spli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0"/>
            <a:ext cx="420624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777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 442 · SENIOR PROJECT II · FINAL PRESENTATION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114300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Shift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502920" y="22860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VR sound narrative about maladaptive daydreaming,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alienation, and the loops we build to escape them.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02920" y="397764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Semiha Paksoy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Istanbul Bilgi University — Music Department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Installation and Multimedia Project ·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Question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can VR and interactive sound make the relationship between alienation, escape, repetition, and creative agency physically perceptible?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4023360" cy="21031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286000"/>
            <a:ext cx="64008" cy="2103120"/>
          </a:xfrm>
          <a:prstGeom prst="rect">
            <a:avLst/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2468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 441 — the starting thesis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83464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binary contrast: the gray factory versus the colorful daydream. Escape as liberation.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2286000"/>
            <a:ext cx="4023360" cy="210312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4663440" y="2286000"/>
            <a:ext cx="64008" cy="2103120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2468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 442 — the final thesis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283464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circle: the daydream develops its own routines, and the player's most creative act — composing a loop — rebuilds the factory clock. Imagination is shaped by the reality it escapes.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7960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· Semiha Paksoy · MUS 442 Senior Project II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Loop, Four Scenes</a:t>
            </a:r>
            <a:endParaRPr lang="en-US" sz="3000" dirty="0"/>
          </a:p>
        </p:txBody>
      </p:sp>
      <p:pic>
        <p:nvPicPr>
          <p:cNvPr id="3" name="Image 0" descr="d1_ar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51560"/>
            <a:ext cx="7955280" cy="31821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343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becomes throwing, throwing becomes cleaning, cleaning becomes composing — and the composition becomes a clock.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457200" y="47960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· Semiha Paksoy · MUS 442 Senior Project II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Scene 1 · The Shift — labor as score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206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30 red/blue cubes from a conveyor into matching bins — a quota, a wall clock, a score display.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sorts play quantized pentatonic notes; errors buzz at 110 Hz. Even the reward belongs to the factory.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generative: machine recordings sliced at runtime into an ostinato and four incommensurate tape loops (Eno).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anomaly cube — unclassifiable — opens the daydream.</a:t>
            </a:r>
            <a:endParaRPr lang="en-US" sz="1350" dirty="0"/>
          </a:p>
        </p:txBody>
      </p:sp>
      <p:pic>
        <p:nvPicPr>
          <p:cNvPr id="4" name="Image 0" descr="d2_scen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1234440"/>
            <a:ext cx="3977640" cy="18196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800600" y="3337560"/>
            <a:ext cx="3977640" cy="86868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" name="Text 3"/>
          <p:cNvSpPr/>
          <p:nvPr/>
        </p:nvSpPr>
        <p:spPr>
          <a:xfrm>
            <a:off x="4983480" y="3429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76 BPM</a:t>
            </a:r>
            <a:endParaRPr lang="en-US" sz="26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sample-accurate DSP grid · second shift runs at 82, slightly detuned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457200" y="47960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· Semiha Paksoy · MUS 442 Senior Project II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Scene 2 · The Playground — color as timbre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2062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cubes, five colors — each color is a synth voice that sounds while held and fades on release.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Throwing a cube repaints the wall and plays its tone: the room is a temporary audiovisual composition.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grid, no tempo, no quota — the only scene with full musical freedom.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play has consequences: twenty wall hits collapse the room into procedural city ambience.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892040" y="1371600"/>
            <a:ext cx="566928" cy="566928"/>
          </a:xfrm>
          <a:prstGeom prst="ellipse">
            <a:avLst/>
          </a:prstGeom>
          <a:solidFill>
            <a:srgbClr val="E04444"/>
          </a:solidFill>
          <a:ln/>
        </p:spPr>
      </p:sp>
      <p:sp>
        <p:nvSpPr>
          <p:cNvPr id="5" name="Text 3"/>
          <p:cNvSpPr/>
          <p:nvPr/>
        </p:nvSpPr>
        <p:spPr>
          <a:xfrm>
            <a:off x="4782312" y="20116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78424" y="1371600"/>
            <a:ext cx="566928" cy="566928"/>
          </a:xfrm>
          <a:prstGeom prst="ellipse">
            <a:avLst/>
          </a:prstGeom>
          <a:solidFill>
            <a:srgbClr val="3566CC"/>
          </a:solidFill>
          <a:ln/>
        </p:spPr>
      </p:sp>
      <p:sp>
        <p:nvSpPr>
          <p:cNvPr id="7" name="Text 5"/>
          <p:cNvSpPr/>
          <p:nvPr/>
        </p:nvSpPr>
        <p:spPr>
          <a:xfrm>
            <a:off x="5568696" y="20116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64808" y="1371600"/>
            <a:ext cx="566928" cy="566928"/>
          </a:xfrm>
          <a:prstGeom prst="ellipse">
            <a:avLst/>
          </a:prstGeom>
          <a:solidFill>
            <a:srgbClr val="34CC4D"/>
          </a:solidFill>
          <a:ln/>
        </p:spPr>
      </p:sp>
      <p:sp>
        <p:nvSpPr>
          <p:cNvPr id="9" name="Text 7"/>
          <p:cNvSpPr/>
          <p:nvPr/>
        </p:nvSpPr>
        <p:spPr>
          <a:xfrm>
            <a:off x="6355080" y="20116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251192" y="1371600"/>
            <a:ext cx="566928" cy="566928"/>
          </a:xfrm>
          <a:prstGeom prst="ellipse">
            <a:avLst/>
          </a:prstGeom>
          <a:solidFill>
            <a:srgbClr val="E8DC32"/>
          </a:solidFill>
          <a:ln/>
        </p:spPr>
      </p:sp>
      <p:sp>
        <p:nvSpPr>
          <p:cNvPr id="11" name="Text 9"/>
          <p:cNvSpPr/>
          <p:nvPr/>
        </p:nvSpPr>
        <p:spPr>
          <a:xfrm>
            <a:off x="7141464" y="20116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37576" y="1371600"/>
            <a:ext cx="566928" cy="566928"/>
          </a:xfrm>
          <a:prstGeom prst="ellipse">
            <a:avLst/>
          </a:prstGeom>
          <a:solidFill>
            <a:srgbClr val="A234D9"/>
          </a:solidFill>
          <a:ln/>
        </p:spPr>
      </p:sp>
      <p:sp>
        <p:nvSpPr>
          <p:cNvPr id="13" name="Text 11"/>
          <p:cNvSpPr/>
          <p:nvPr/>
        </p:nvSpPr>
        <p:spPr>
          <a:xfrm>
            <a:off x="7927848" y="20116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92040" y="2377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colors × 4 cubes = 20 instruments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892040" y="2834640"/>
            <a:ext cx="3840480" cy="13716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4920" y="30175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grab → loop · release → fade · impact → repaint + tone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source loops loudness-normalized so no color dominates; impact velocity scales the response.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7960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· Semiha Paksoy · MUS 442 Senior Project II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Scene 3 · The Platform — a metro ensemble</a:t>
            </a:r>
            <a:endParaRPr lang="en-US" sz="3000" dirty="0"/>
          </a:p>
        </p:txBody>
      </p:sp>
      <p:pic>
        <p:nvPicPr>
          <p:cNvPr id="3" name="Image 0" descr="d3_scene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6035040" cy="3017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0" y="1097280"/>
            <a:ext cx="21945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BPM, A minor pentatonic — benches, lamps, trash cans, rails, and commuters all carry musical layers.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returns inside the fantasy: trains cycle, NPCs commute, the player voluntarily cleans.</a:t>
            </a:r>
            <a:endParaRPr lang="en-US" sz="11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collected trash item plays the next quantized melody note; twenty items complete the scene.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57200" y="47960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· Semiha Paksoy · MUS 442 Senior Project II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Scene 4 · The Concert / The Loop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40233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outdoor concert: DSP-synchronized stems split between stereo playback and 3D stage objects.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performing band and a fourteen-person audience react to what the player does.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instrument: a twelve-slot radial sequencer. Placing each sound orb adds a voice to the player's loop — and mutes one twelfth of the concert.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ring, and the spectacle has been fully replaced by the player's own composition.</a:t>
            </a:r>
            <a:endParaRPr lang="en-US" sz="1350" dirty="0"/>
          </a:p>
        </p:txBody>
      </p:sp>
      <p:pic>
        <p:nvPicPr>
          <p:cNvPr id="4" name="Image 0" descr="d4_c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097280"/>
            <a:ext cx="4160520" cy="225856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617720" y="3520440"/>
            <a:ext cx="4160520" cy="77724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6" name="Text 3"/>
          <p:cNvSpPr/>
          <p:nvPr/>
        </p:nvSpPr>
        <p:spPr>
          <a:xfrm>
            <a:off x="4800600" y="363016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slots · 0.25 s per step · 6 procedural timbres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tones synthesized at load — A minor pentatonic above A3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47960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· Semiha Paksoy · MUS 442 Senior Project II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3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Clock Reveal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the player built begins to slow… until one step lasts exactly one second.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1938528" cy="2286000"/>
          </a:xfrm>
          <a:prstGeom prst="rect">
            <a:avLst/>
          </a:prstGeom>
          <a:solidFill>
            <a:srgbClr val="2D3138"/>
          </a:solidFill>
          <a:ln/>
        </p:spPr>
      </p:sp>
      <p:sp>
        <p:nvSpPr>
          <p:cNvPr id="5" name="Shape 3"/>
          <p:cNvSpPr/>
          <p:nvPr/>
        </p:nvSpPr>
        <p:spPr>
          <a:xfrm>
            <a:off x="502920" y="1783080"/>
            <a:ext cx="1938528" cy="54864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0116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0.25 s → 1.0 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playful loop decelerates to clock time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624328" y="1783080"/>
            <a:ext cx="1938528" cy="2286000"/>
          </a:xfrm>
          <a:prstGeom prst="rect">
            <a:avLst/>
          </a:prstGeom>
          <a:solidFill>
            <a:srgbClr val="2D3138"/>
          </a:solidFill>
          <a:ln/>
        </p:spPr>
      </p:sp>
      <p:sp>
        <p:nvSpPr>
          <p:cNvPr id="9" name="Shape 7"/>
          <p:cNvSpPr/>
          <p:nvPr/>
        </p:nvSpPr>
        <p:spPr>
          <a:xfrm>
            <a:off x="2624328" y="1783080"/>
            <a:ext cx="1938528" cy="54864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0" name="Text 8"/>
          <p:cNvSpPr/>
          <p:nvPr/>
        </p:nvSpPr>
        <p:spPr>
          <a:xfrm>
            <a:off x="2761488" y="20116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tones → ticks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761488" y="27432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player's voices are replaced by tick / tock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45736" y="1783080"/>
            <a:ext cx="1938528" cy="2286000"/>
          </a:xfrm>
          <a:prstGeom prst="rect">
            <a:avLst/>
          </a:prstGeom>
          <a:solidFill>
            <a:srgbClr val="2D3138"/>
          </a:solidFill>
          <a:ln/>
        </p:spPr>
      </p:sp>
      <p:sp>
        <p:nvSpPr>
          <p:cNvPr id="13" name="Shape 11"/>
          <p:cNvSpPr/>
          <p:nvPr/>
        </p:nvSpPr>
        <p:spPr>
          <a:xfrm>
            <a:off x="4745736" y="1783080"/>
            <a:ext cx="1938528" cy="54864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4" name="Text 12"/>
          <p:cNvSpPr/>
          <p:nvPr/>
        </p:nvSpPr>
        <p:spPr>
          <a:xfrm>
            <a:off x="4882896" y="20116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slots → hours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882896" y="27432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colors drain; numbers 1–12 fade in; the playhead becomes the red second hand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67144" y="1783080"/>
            <a:ext cx="1938528" cy="2286000"/>
          </a:xfrm>
          <a:prstGeom prst="rect">
            <a:avLst/>
          </a:prstGeom>
          <a:solidFill>
            <a:srgbClr val="2D3138"/>
          </a:solidFill>
          <a:ln/>
        </p:spPr>
      </p:sp>
      <p:sp>
        <p:nvSpPr>
          <p:cNvPr id="17" name="Shape 15"/>
          <p:cNvSpPr/>
          <p:nvPr/>
        </p:nvSpPr>
        <p:spPr>
          <a:xfrm>
            <a:off x="6867144" y="1783080"/>
            <a:ext cx="1938528" cy="5486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/>
          <p:nvPr/>
        </p:nvSpPr>
        <p:spPr>
          <a:xfrm>
            <a:off x="7004304" y="20116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9:00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004304" y="27432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hands appear — shift start. Scene 1 reloads, faster and detuned.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4343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FBF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ending is not a message delivered to the player — it is an action the player performs.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Musical Language, Four Relationships</a:t>
            </a:r>
            <a:endParaRPr lang="en-US" sz="3000" dirty="0"/>
          </a:p>
        </p:txBody>
      </p:sp>
      <p:pic>
        <p:nvPicPr>
          <p:cNvPr id="3" name="Image 0" descr="d5_sta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960120"/>
            <a:ext cx="6492240" cy="19476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30632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BF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Scene 1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2286000" y="30632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composes — the player obeys its grid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88720" y="3447288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BF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Scene 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286000" y="344728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 improvises — no grid at all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3831336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BF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Scene 3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2286000" y="3831336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performs — the player joins the ensemble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4215384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BF7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Scene 4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286000" y="4215384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player composes — and the system captures the result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7960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· Semiha Paksoy · MUS 442 Senior Project II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 the Hood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scenes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606040" y="960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83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60604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C# scripts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0" y="960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~16k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75488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C#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903720" y="9601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903720" y="16459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score systems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4114800" cy="214884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377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Platform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697480"/>
            <a:ext cx="3749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Unity 6 · Meta Quest 3S · OpenXR · XR Interaction Toolkit · hand tracking + controllers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assembled by procedural systems and custom editor tools, not hand placement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NPC navigation: NavMesh for wandering, authored waypoint chains through train doors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754880" y="2240280"/>
            <a:ext cx="3931920" cy="214884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3774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Quest-only problems, solved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37760" y="269748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pack shipped no colliders → runtime physics bootstrap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NPCs floated without shadows → procedural blob shadows + light-probe tooling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Unstable grabs, LOD pop-outs, rig tilt → runtime repair + on-device diagnostics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7960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· Semiha Paksoy · MUS 442 Senior Project II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MUS 442 Added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00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2651760" cy="64008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scenes became a four-scene circle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Metro station replaced the earlier Scene 3 direction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Concert finale designed around the sequencer and clock reveal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91840" y="1097280"/>
            <a:ext cx="2651760" cy="3200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Shape 6"/>
          <p:cNvSpPr/>
          <p:nvPr/>
        </p:nvSpPr>
        <p:spPr>
          <a:xfrm>
            <a:off x="3291840" y="1097280"/>
            <a:ext cx="2651760" cy="64008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280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74720" y="16916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Cyclic train + NPC boarding system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Trash-cleanup gameplay with following cart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band and fourteen-person audience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0" y="1097280"/>
            <a:ext cx="2651760" cy="32004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097280"/>
            <a:ext cx="2651760" cy="64008"/>
          </a:xfrm>
          <a:prstGeom prst="rect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6309360" y="1280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62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Music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09360" y="16916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factory and metro scores (Eno tape-loop logic)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ambience and Scene 2 audio polish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Cross-scene loudness master pass on a common RMS reference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47960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Shift · Semiha Paksoy · MUS 442 Senior Project II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6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ver_split.jpg">    </p:cNvPr>
          <p:cNvPicPr>
            <a:picLocks noChangeAspect="1"/>
          </p:cNvPicPr>
          <p:nvPr/>
        </p:nvPicPr>
        <p:blipFill>
          <a:blip r:embed="rId1">
            <a:alphaModFix amt="65000"/>
          </a:blip>
          <a:srcRect l="0" r="0" t="0" b="0"/>
          <a:stretch/>
        </p:blipFill>
        <p:spPr>
          <a:xfrm>
            <a:off x="0" y="0"/>
            <a:ext cx="310896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566160" y="11887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factory returns.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3566160" y="1965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sounds different — because the player has heard what lies inside its rhythm.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3566160" y="3108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B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the full loop on Meta Quest 3S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7BC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→ playground → platform → concert → clock → second shift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56616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— Semiha Paksoy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Shift — MUS 442 Final Presentation</dc:title>
  <dc:subject>PptxGenJS Presentation</dc:subject>
  <dc:creator>Semiha Paksoy</dc:creator>
  <cp:lastModifiedBy>Semiha Paksoy</cp:lastModifiedBy>
  <cp:revision>1</cp:revision>
  <dcterms:created xsi:type="dcterms:W3CDTF">2026-06-12T15:26:56Z</dcterms:created>
  <dcterms:modified xsi:type="dcterms:W3CDTF">2026-06-12T15:26:56Z</dcterms:modified>
</cp:coreProperties>
</file>