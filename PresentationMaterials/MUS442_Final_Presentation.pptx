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87cf0194c7496c" /><Relationship Type="http://schemas.openxmlformats.org/officeDocument/2006/relationships/extended-properties" Target="/docProps/app.xml" Id="R7e919203e30941e0" /><Relationship Type="http://schemas.openxmlformats.org/officeDocument/2006/relationships/officeDocument" Target="/ppt/presentation.xml" Id="Re30821be931541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80096276284b5f"/>
  </p:sldMasterIdLst>
  <p:notesMasterIdLst>
    <p:notesMasterId xmlns:r="http://schemas.openxmlformats.org/officeDocument/2006/relationships" r:id="Rc3571a92281f4118"/>
  </p:notesMasterIdLst>
  <p:sldIdLst>
    <p:sldId xmlns:r="http://schemas.openxmlformats.org/officeDocument/2006/relationships" id="256" r:id="Rc73fdb963b1a485c"/>
    <p:sldId xmlns:r="http://schemas.openxmlformats.org/officeDocument/2006/relationships" id="257" r:id="Rd11efe3b692c406d"/>
    <p:sldId xmlns:r="http://schemas.openxmlformats.org/officeDocument/2006/relationships" id="258" r:id="R72e6c8c984e04c51"/>
    <p:sldId xmlns:r="http://schemas.openxmlformats.org/officeDocument/2006/relationships" id="259" r:id="R2d9f294965264d14"/>
    <p:sldId xmlns:r="http://schemas.openxmlformats.org/officeDocument/2006/relationships" id="260" r:id="R83a378aabf6d412b"/>
    <p:sldId xmlns:r="http://schemas.openxmlformats.org/officeDocument/2006/relationships" id="261" r:id="Ra5d3263de4ee4b9d"/>
    <p:sldId xmlns:r="http://schemas.openxmlformats.org/officeDocument/2006/relationships" id="262" r:id="R1b40885798964716"/>
    <p:sldId xmlns:r="http://schemas.openxmlformats.org/officeDocument/2006/relationships" id="263" r:id="R5cec0500a0644832"/>
    <p:sldId xmlns:r="http://schemas.openxmlformats.org/officeDocument/2006/relationships" id="264" r:id="R8a42f08c8b5c475c"/>
    <p:sldId xmlns:r="http://schemas.openxmlformats.org/officeDocument/2006/relationships" id="265" r:id="R710e3aeb67d74814"/>
    <p:sldId xmlns:r="http://schemas.openxmlformats.org/officeDocument/2006/relationships" id="266" r:id="Rb7fae20180fb44e8"/>
    <p:sldId xmlns:r="http://schemas.openxmlformats.org/officeDocument/2006/relationships" id="267" r:id="Rfb84c0a18fe64981"/>
    <p:sldId xmlns:r="http://schemas.openxmlformats.org/officeDocument/2006/relationships" id="268" r:id="R00408f6263b948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d3f79bbc94b4a" /><Relationship Type="http://schemas.openxmlformats.org/officeDocument/2006/relationships/slideMaster" Target="/ppt/slideMasters/slideMaster1.xml" Id="R5e80096276284b5f" /><Relationship Type="http://schemas.openxmlformats.org/officeDocument/2006/relationships/notesMaster" Target="/ppt/notesMasters/notesMaster1.xml" Id="Rc3571a92281f4118" /><Relationship Type="http://schemas.openxmlformats.org/officeDocument/2006/relationships/presProps" Target="/ppt/presProps.xml" Id="R15276dc9262c4529" /><Relationship Type="http://schemas.openxmlformats.org/officeDocument/2006/relationships/viewProps" Target="/ppt/viewProps.xml" Id="R4b53496a805043c7" /><Relationship Type="http://schemas.openxmlformats.org/officeDocument/2006/relationships/tableStyles" Target="/ppt/tableStyles.xml" Id="R708ad41c03344ee8" /><Relationship Type="http://schemas.openxmlformats.org/officeDocument/2006/relationships/slide" Target="/ppt/slides/slide1.xml" Id="Rc73fdb963b1a485c" /><Relationship Type="http://schemas.openxmlformats.org/officeDocument/2006/relationships/slide" Target="/ppt/slides/slide2.xml" Id="Rd11efe3b692c406d" /><Relationship Type="http://schemas.openxmlformats.org/officeDocument/2006/relationships/slide" Target="/ppt/slides/slide3.xml" Id="R72e6c8c984e04c51" /><Relationship Type="http://schemas.openxmlformats.org/officeDocument/2006/relationships/slide" Target="/ppt/slides/slide4.xml" Id="R2d9f294965264d14" /><Relationship Type="http://schemas.openxmlformats.org/officeDocument/2006/relationships/slide" Target="/ppt/slides/slide5.xml" Id="R83a378aabf6d412b" /><Relationship Type="http://schemas.openxmlformats.org/officeDocument/2006/relationships/slide" Target="/ppt/slides/slide6.xml" Id="Ra5d3263de4ee4b9d" /><Relationship Type="http://schemas.openxmlformats.org/officeDocument/2006/relationships/slide" Target="/ppt/slides/slide7.xml" Id="R1b40885798964716" /><Relationship Type="http://schemas.openxmlformats.org/officeDocument/2006/relationships/slide" Target="/ppt/slides/slide8.xml" Id="R5cec0500a0644832" /><Relationship Type="http://schemas.openxmlformats.org/officeDocument/2006/relationships/slide" Target="/ppt/slides/slide9.xml" Id="R8a42f08c8b5c475c" /><Relationship Type="http://schemas.openxmlformats.org/officeDocument/2006/relationships/slide" Target="/ppt/slides/slide10.xml" Id="R710e3aeb67d74814" /><Relationship Type="http://schemas.openxmlformats.org/officeDocument/2006/relationships/slide" Target="/ppt/slides/slide11.xml" Id="Rb7fae20180fb44e8" /><Relationship Type="http://schemas.openxmlformats.org/officeDocument/2006/relationships/slide" Target="/ppt/slides/slide12.xml" Id="Rfb84c0a18fe64981" /><Relationship Type="http://schemas.openxmlformats.org/officeDocument/2006/relationships/slide" Target="/ppt/slides/slide13.xml" Id="R00408f6263b9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2ebed4c3a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1e6921f76a4730" /><Relationship Type="http://schemas.openxmlformats.org/officeDocument/2006/relationships/notesMaster" Target="/ppt/notesMasters/notesMaster1.xml" Id="Rf0704b1fe036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5bf0ba41a04955" /><Relationship Type="http://schemas.openxmlformats.org/officeDocument/2006/relationships/notesMaster" Target="/ppt/notesMasters/notesMaster1.xml" Id="Rb3f59210bed149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8efd05365414d" /><Relationship Type="http://schemas.openxmlformats.org/officeDocument/2006/relationships/notesMaster" Target="/ppt/notesMasters/notesMaster1.xml" Id="Rc02436b0326540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41c8bda40b4f6b" /><Relationship Type="http://schemas.openxmlformats.org/officeDocument/2006/relationships/notesMaster" Target="/ppt/notesMasters/notesMaster1.xml" Id="R3d8918a319cb44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b6bba0c592484f" /><Relationship Type="http://schemas.openxmlformats.org/officeDocument/2006/relationships/notesMaster" Target="/ppt/notesMasters/notesMaster1.xml" Id="Ra0771056f7654d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2f3b2bddcc4b09" /><Relationship Type="http://schemas.openxmlformats.org/officeDocument/2006/relationships/notesMaster" Target="/ppt/notesMasters/notesMaster1.xml" Id="R6f4538065b9e41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0970d03d4c4e88" /><Relationship Type="http://schemas.openxmlformats.org/officeDocument/2006/relationships/notesMaster" Target="/ppt/notesMasters/notesMaster1.xml" Id="R117d97ed80c14b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9cb17c4a5e4cfd" /><Relationship Type="http://schemas.openxmlformats.org/officeDocument/2006/relationships/notesMaster" Target="/ppt/notesMasters/notesMaster1.xml" Id="Rb607c5656eb447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5b747ba6684cc9" /><Relationship Type="http://schemas.openxmlformats.org/officeDocument/2006/relationships/notesMaster" Target="/ppt/notesMasters/notesMaster1.xml" Id="R66bc7cec33964b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ed434b7e5940cd" /><Relationship Type="http://schemas.openxmlformats.org/officeDocument/2006/relationships/notesMaster" Target="/ppt/notesMasters/notesMaster1.xml" Id="Reb443dcecbf744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ee7b8327bf402f" /><Relationship Type="http://schemas.openxmlformats.org/officeDocument/2006/relationships/notesMaster" Target="/ppt/notesMasters/notesMaster1.xml" Id="R1ee15c78a6f846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a804add67b4415" /><Relationship Type="http://schemas.openxmlformats.org/officeDocument/2006/relationships/notesMaster" Target="/ppt/notesMasters/notesMaster1.xml" Id="Rc21e6ff190bb48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cb6006553942ef" /><Relationship Type="http://schemas.openxmlformats.org/officeDocument/2006/relationships/notesMaster" Target="/ppt/notesMasters/notesMaster1.xml" Id="R1d9b4ed30a07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b6d1feaf944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26c31b9234590" /><Relationship Type="http://schemas.openxmlformats.org/officeDocument/2006/relationships/slideLayout" Target="/ppt/slideLayouts/slideLayout1.xml" Id="R71c40916da174d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40916da174d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3c3a1cf064951" /><Relationship Type="http://schemas.openxmlformats.org/officeDocument/2006/relationships/notesSlide" Target="/ppt/notesSlides/notesSlide1.xml" Id="R198abd3ead8345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5641d89354f72" /><Relationship Type="http://schemas.openxmlformats.org/officeDocument/2006/relationships/notesSlide" Target="/ppt/notesSlides/notesSlide2.xml" Id="Rde9eab2654f5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7ccfc75ac4415" /><Relationship Type="http://schemas.openxmlformats.org/officeDocument/2006/relationships/notesSlide" Target="/ppt/notesSlides/notesSlide3.xml" Id="Rd57444b477dc46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f8e197c154b79" /><Relationship Type="http://schemas.openxmlformats.org/officeDocument/2006/relationships/notesSlide" Target="/ppt/notesSlides/notesSlide4.xml" Id="R75cee91cb5d8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88d4ae38d4fff" /><Relationship Type="http://schemas.openxmlformats.org/officeDocument/2006/relationships/image" Target="/ppt/media/image.png" Id="Rd0b55d1c27c24ab3" /><Relationship Type="http://schemas.openxmlformats.org/officeDocument/2006/relationships/notesSlide" Target="/ppt/notesSlides/notesSlide5.xml" Id="R7b3a52cdc71b4e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1ba8f9384b3a" /><Relationship Type="http://schemas.openxmlformats.org/officeDocument/2006/relationships/notesSlide" Target="/ppt/notesSlides/notesSlide6.xml" Id="Rf8e55394e7db43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4200b5371406e" /><Relationship Type="http://schemas.openxmlformats.org/officeDocument/2006/relationships/image" Target="/ppt/media/image2.png" Id="R80d24246463d47a6" /><Relationship Type="http://schemas.openxmlformats.org/officeDocument/2006/relationships/notesSlide" Target="/ppt/notesSlides/notesSlide7.xml" Id="Rc294ce665f5d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d5a2eab02414a" /><Relationship Type="http://schemas.openxmlformats.org/officeDocument/2006/relationships/image" Target="/ppt/media/image3.png" Id="R0988ba0bdb7d44a2" /><Relationship Type="http://schemas.openxmlformats.org/officeDocument/2006/relationships/notesSlide" Target="/ppt/notesSlides/notesSlide8.xml" Id="Re9fd80671fec4a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fc87d7af84759" /><Relationship Type="http://schemas.openxmlformats.org/officeDocument/2006/relationships/image" Target="/ppt/media/image4.png" Id="Rcb8d75dd38fc452a" /><Relationship Type="http://schemas.openxmlformats.org/officeDocument/2006/relationships/notesSlide" Target="/ppt/notesSlides/notesSlide9.xml" Id="R1b5002c43ac641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c61bbd72e42bd" /><Relationship Type="http://schemas.openxmlformats.org/officeDocument/2006/relationships/notesSlide" Target="/ppt/notesSlides/notesSlide10.xml" Id="Rb00b6d4a89ae48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c90f5f23d4123" /><Relationship Type="http://schemas.openxmlformats.org/officeDocument/2006/relationships/notesSlide" Target="/ppt/notesSlides/notesSlide11.xml" Id="R71768bac1a944f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579d6cc834cd6" /><Relationship Type="http://schemas.openxmlformats.org/officeDocument/2006/relationships/notesSlide" Target="/ppt/notesSlides/notesSlide12.xml" Id="R5bd4b045645f4e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36b698fe04924" /><Relationship Type="http://schemas.openxmlformats.org/officeDocument/2006/relationships/notesSlide" Target="/ppt/notesSlides/notesSlide13.xml" Id="R57ff5299e53441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1FCF9-4B1B-4ADA-8E06-5B96E511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D8CE1-2267-492E-962F-2705E8E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73295-6A07-4933-BA08-8B6A8BD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1E5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4BA65-D913-462D-AF76-24D39ABC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8F9A2-BFE6-43CF-A5DB-5C0070A6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MUS 442 FINAL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6EA5B-5562-47F8-A2FD-5BCE4388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Mind Palace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08E2E-5582-4E9D-84CC-12949C25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A first-person VR sound narrative about maladaptive daydreaming, everyday repetition, and the clocks hidden inside escape.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05BFD-40D9-4D5B-A52D-2DF68CB7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Scene 1: The 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E59CA-4413-419A-B736-84081E2A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4055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9E6E5-CFC3-4094-AC49-59974492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622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Author: Semiha Paksoy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supervisor: Tolga Tüzün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Course instructors / advisor jury: Tolga Tüzün, Oğuz Usman, Enis Gümüş, Yiğit Özatalay, Cem Ömeroğlu, Semin Tunalı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F9644-25AB-4B71-AB1B-02872A3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8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33FBD-FFDF-47C6-97E0-1B911B48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rPr>
              <a:t>factory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477F1-2688-4A1D-9A60-FA10935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D85B7-C863-491B-A4C8-6E0E38C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rPr>
              <a:t>playground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52B5F-B319-47D6-BA35-BFE757FE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8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FEC93-D5D7-4C03-BD67-269E6E02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61792-9556-41D9-BAC0-5753FE99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B96FB-EFED-4409-B14E-296698AE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rPr>
              <a:t>concert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4C5A1-32AA-4DD9-8699-D4E4BC01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454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A1E28-D670-44B0-A826-705A485B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4543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4543F"/>
                </a:solidFill>
                <a:latin typeface="Aptos Display"/>
                <a:ea typeface="Aptos Display"/>
                <a:cs typeface="Aptos Display"/>
              </a:rPr>
              <a:t>clock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10CC0-ED64-4283-8966-8BBA7E7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Meta Quest 3S | Unity 6 | OpenXR | Sound Installation and Multimedia Project | June 2026</a:t>
            </a:r>
          </a:p>
        </p:txBody>
      </p:sp>
    </p:spTree>
    <p:extLst>
      <p:ext uri="{BB962C8B-B14F-4D97-AF65-F5344CB8AC3E}">
        <p14:creationId xmlns:p14="http://schemas.microsoft.com/office/powerpoint/2010/main" val="19194431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28EAA-EAA3-4F27-9776-EDCD841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1CD2E-671E-4EBE-BA41-7DB2C03F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E77CF-583D-4D1E-A501-350855B2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85B3B-5A65-473A-9C8C-DE76DE8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B08F10-8432-4A01-82E6-EA4EF8C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SUBMISSION 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AD54A-6EA3-4F50-8393-5EBEE7EC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86662-AEEE-465E-BAA6-CB4AB53C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Video can document the work, but the project has to be experienced.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EBB82-36A8-41D8-BAF5-70BD3FEF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B7AAB-BD22-44E5-9136-9233B5EF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800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Bilgi Learn submission note: a screen recording can show representative moments, but Mind Palace is designed around first-person embodiment, headset scale, hand action, and spatial audio.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5DD6A-9922-4038-84AF-CCD559A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2C804-E221-47F9-8683-EFAF98B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145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watch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FFE26-3286-463D-971A-A4330776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955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video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5B7A4-B9AB-48A7-8FC3-52DFBD9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D02E6-08D0-4A56-BD76-52E91CB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1457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wear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38903-D43E-4906-B206-F75A80E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955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headset presence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34B8E-10BD-4A79-B416-0462F40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7CE03-8A3C-496F-B6A7-FCA7CF84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859CC-F2BB-4C9D-8563-9E03D457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sorting, throwing, cleaning, composing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43901-67FA-4D17-9F30-7DBCAC15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8D7B3-2C6D-432E-84D2-4A2CD7B3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957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feel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A4CAB-D34A-4675-9714-21751511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76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the loop become personal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EFE69-A021-44E3-8F5F-12220F8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The assessment object is not only an exported video; it is the performed VR experience.</a:t>
            </a:r>
          </a:p>
        </p:txBody>
      </p:sp>
    </p:spTree>
    <p:extLst>
      <p:ext uri="{BB962C8B-B14F-4D97-AF65-F5344CB8AC3E}">
        <p14:creationId xmlns:p14="http://schemas.microsoft.com/office/powerpoint/2010/main" val="21088244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7EABC-AD95-4E7F-B0E0-B2B31C1F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548D-B01C-41A1-A264-891B138C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8C025-5748-4219-82CE-7ABCCFAA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1E5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F267E-5934-4953-9855-586C7361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D3FF7A-0F75-4A53-A4F7-0A9B5A12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CENTRAL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2F029-7C74-41B5-A344-722019F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D"/>
          </a:solidFill>
          <a:ln xmlns:a="http://schemas.openxmlformats.org/drawingml/2006/main" w="0">
            <a:solidFill>
              <a:srgbClr val="B98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75681-6613-42B7-B960-B7234063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Everyday repetition makes daydreaming necessary.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F439-0F93-42BA-A938-FA064E8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5F77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476AA-C8EF-4C89-89DB-D545FB8F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4F09E-CF5B-4597-9FB5-B9CF26A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123" y="2650643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5F77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E960-560D-40B2-AFD9-17DD3A9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698" y="2984018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D5A0A-273E-4187-A7F2-64CC8F23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896" y="408829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22D"/>
          </a:solidFill>
          <a:ln xmlns:a="http://schemas.openxmlformats.org/drawingml/2006/main" w="9525">
            <a:solidFill>
              <a:srgbClr val="5F77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E7EC2-0ACF-4744-A1A2-BE218416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471" y="442167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F54F0-2B99-4ADE-AF4B-FBE061A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354" y="408829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5F77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7CC74-B1A8-4EEC-A4DE-EE0A3C5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29" y="442167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6E291-AC7B-4031-B196-9E5DA4C9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127" y="2650643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5F77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BB53E-638B-46F1-8814-63ADB737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02" y="2984018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7649E-0B37-44BC-9972-72A766F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286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mundane, everyday, quotidian work-leisure cycle becomes the pressure that pushes the player toward maladaptive daydreaming.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6153C-3D9C-4998-9F6C-95FF3506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04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The fantasy is real relief, but it gradually inherits the same rhythms: chores, transit, spectacle, repetition, clock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AA062-CB8E-4AEF-A586-13B95DE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24698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061F32-7D97-46BF-9521-D46B5D80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B603-784E-4313-A135-9573C54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8ABFB-9E85-4BA1-9DF7-41BB64C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BA3DB-F4D6-442B-8428-A5FE8545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63A47F-D36F-4E0A-889E-473DA014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NARRATIVE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DCBA7-ECB8-42AD-B2BD-57F98F68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DB5F1-A53B-45B3-965C-31170379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One repeated gesture changes meaning four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60AAB-1BC1-4D68-9AA0-67C23C0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047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426A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8E5C5-86F4-4953-A610-DCDDCB3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6A9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26A9F"/>
                </a:solidFill>
                <a:latin typeface="Aptos Display"/>
                <a:ea typeface="Aptos Display"/>
                <a:cs typeface="Aptos Display"/>
              </a:rPr>
              <a:t>sort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53D1A-9E01-4552-B0AD-7EF184B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obedience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76581-DE2B-450D-AFF5-9B0441C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14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E"/>
          </a:solidFill>
          <a:ln xmlns:a="http://schemas.openxmlformats.org/drawingml/2006/main" w="0">
            <a:solidFill>
              <a:srgbClr val="B8C7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8B6A6-F771-4D84-9299-619BC17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E"/>
          </a:solidFill>
          <a:ln xmlns:a="http://schemas.openxmlformats.org/drawingml/2006/main" w="0">
            <a:solidFill>
              <a:srgbClr val="B8C7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92662-CC04-4E78-994D-07988EA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2047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A53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1F32F-86A0-4E81-8884-26279C48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A53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8A531"/>
                </a:solidFill>
                <a:latin typeface="Aptos Display"/>
                <a:ea typeface="Aptos Display"/>
                <a:cs typeface="Aptos Display"/>
              </a:rPr>
              <a:t>throw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A3B37-D9CD-4801-82EA-532F1DE2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64F49-09D0-4E16-B363-59D04949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14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E"/>
          </a:solidFill>
          <a:ln xmlns:a="http://schemas.openxmlformats.org/drawingml/2006/main" w="0">
            <a:solidFill>
              <a:srgbClr val="B8C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7DBA5-B0B8-4128-952B-C50C3A6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E"/>
          </a:solidFill>
          <a:ln xmlns:a="http://schemas.openxmlformats.org/drawingml/2006/main" w="0">
            <a:solidFill>
              <a:srgbClr val="B8C7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6E585-69E7-4884-B4C3-52168A1C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047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2F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A7799-1616-4741-9287-B7C09655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8F8A"/>
                </a:solidFill>
                <a:latin typeface="Aptos Display"/>
                <a:ea typeface="Aptos Display"/>
                <a:cs typeface="Aptos Display"/>
              </a:rPr>
              <a:t>clean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558A2-4E86-423E-86BB-B39F0071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compulsory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2CCE1-54B7-4216-90DA-7085583D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14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E"/>
          </a:solidFill>
          <a:ln xmlns:a="http://schemas.openxmlformats.org/drawingml/2006/main" w="0">
            <a:solidFill>
              <a:srgbClr val="B8C7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FB893-BBD9-4869-AA4E-7C38E747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E"/>
          </a:solidFill>
          <a:ln xmlns:a="http://schemas.openxmlformats.org/drawingml/2006/main" w="0">
            <a:solidFill>
              <a:srgbClr val="B8C7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CF9B0-EE28-4C54-86CB-968742E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047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54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FE55C-F00C-4CAA-8D28-D84D53DB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54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4543F"/>
                </a:solidFill>
                <a:latin typeface="Aptos Display"/>
                <a:ea typeface="Aptos Display"/>
                <a:cs typeface="Aptos Display"/>
              </a:rPr>
              <a:t>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CE2BB-2C0A-47C1-B636-4415511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B72FF-5916-40E9-A1F4-B2B7760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08A88-1430-4142-AE36-0C04649C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6896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The ending is not a cutscene. The player performs the loop that becomes the clock.</a:t>
            </a:r>
          </a:p>
        </p:txBody>
      </p:sp>
    </p:spTree>
    <p:extLst>
      <p:ext uri="{BB962C8B-B14F-4D97-AF65-F5344CB8AC3E}">
        <p14:creationId xmlns:p14="http://schemas.microsoft.com/office/powerpoint/2010/main" val="1423732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83D7B-78B6-4FB8-A8A9-D1E7DEB7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815E2-C31C-4A52-9E23-B3D08493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D40D3-1BBD-44E6-B3C6-B36D5B23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20EAE-CFEA-4639-91B0-18859E0D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A1A1DF-FB16-43A1-9223-2FF1F7D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1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D49C5-AE8C-46CE-81EE-B49C369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ACD53-C442-4A70-9431-0C86B709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The Shift turns obedience into music.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55d1c27c24ab3"/>
          <a:stretch xmlns:a="http://schemas.openxmlformats.org/drawingml/2006/main"/>
        </p:blipFill>
        <p:spPr>
          <a:xfrm xmlns:a="http://schemas.openxmlformats.org/drawingml/2006/main">
            <a:off x="5905500" y="1755676"/>
            <a:ext cx="5191125" cy="237509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CCD36-A820-4E77-BF3A-505463D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9F"/>
          </a:solidFill>
          <a:ln xmlns:a="http://schemas.openxmlformats.org/drawingml/2006/main" w="0">
            <a:solidFill>
              <a:srgbClr val="426A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6A448-1561-42BB-BE36-1C26EC60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F9B4B-AE99-4F49-BAD4-A8F11326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standard cubes before anomaly cubes appear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12DCB-5089-44C7-BA04-38FD2C78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9855D-29F8-4F49-89B4-65CE2203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76 BPM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F9882-8686-4EFA-97EA-D3B91D19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sample-accurate DSP grid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734DE-A43E-463A-B92B-4A28C3B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8ED68-F4DF-416F-A917-5EE2E8B3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14750"/>
            <a:ext cx="47815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machine recordings sliced into ostinatos and tape loops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952C9-0291-4367-AB80-C9092D2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505D2-9C1B-463D-96AE-EC67DFC8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10025"/>
            <a:ext cx="47815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correct sorts play quantized pentatonic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52759-3AB3-4B94-8813-0FAC696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4C6EB-38E3-4B90-AD26-8D592CFD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05300"/>
            <a:ext cx="47815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green anomaly cube cannot be classified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5916E-1E1D-4AE1-8B33-92E3C7B3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76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780F9-E43F-4577-8282-0FC0E96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00575"/>
            <a:ext cx="47815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second shift returns faster and slightly detuned</a:t>
            </a:r>
          </a:p>
        </p:txBody>
      </p:sp>
    </p:spTree>
    <p:extLst>
      <p:ext uri="{BB962C8B-B14F-4D97-AF65-F5344CB8AC3E}">
        <p14:creationId xmlns:p14="http://schemas.microsoft.com/office/powerpoint/2010/main" val="17976907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8B37C-BFE2-4E6D-8FA3-E9184BE1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4B2D1-5F8F-4A26-9DD2-F718CD94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DCE40-A122-4919-BC5E-DF467174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E4446-885C-4C4F-BFCF-C726D72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0E9D5D-E0E5-4E2B-9A1C-D575F65C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2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47C76-CBC9-4190-A82A-FE33A3F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151F9-2BF3-4075-9748-42ACE69E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Color removes the quota, then repetition breaks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8C7E6-E1C9-4682-AA23-E279155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43F"/>
          </a:solidFill>
          <a:ln xmlns:a="http://schemas.openxmlformats.org/drawingml/2006/main" w="9525">
            <a:solidFill>
              <a:srgbClr val="131B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9D264-DFB3-4FBA-8E0C-41A552C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F0E7-1BF3-4CC6-B8D6-8D552383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288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9F"/>
          </a:solidFill>
          <a:ln xmlns:a="http://schemas.openxmlformats.org/drawingml/2006/main" w="9525">
            <a:solidFill>
              <a:srgbClr val="131B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2C54F-3C69-4DB7-9D10-1C91A4D9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28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blue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AF79-CE9F-4425-873E-E4B6BBC3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D69"/>
          </a:solidFill>
          <a:ln xmlns:a="http://schemas.openxmlformats.org/drawingml/2006/main" w="9525">
            <a:solidFill>
              <a:srgbClr val="131B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0C93E-F26C-47B7-ADBF-7C863A83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green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F2FE6-29FB-49EF-A6FC-0D757E5D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288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531"/>
          </a:solidFill>
          <a:ln xmlns:a="http://schemas.openxmlformats.org/drawingml/2006/main" w="9525">
            <a:solidFill>
              <a:srgbClr val="131B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C51CA-5BA3-46ED-84C9-2E5DB18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yellow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D2C37-3703-4ECA-B3C9-96FEE827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288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CA5"/>
          </a:solidFill>
          <a:ln xmlns:a="http://schemas.openxmlformats.org/drawingml/2006/main" w="9525">
            <a:solidFill>
              <a:srgbClr val="131B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60268-A3AE-4102-9D6C-C37229D6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purple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22003-B580-41CD-8381-DC07B9CE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8FB14-0C62-4853-BDF0-D0B4F180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3752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Current report correction: the room collapse is visual. The current build does not feature a prominent destruction sound, and the writeup no longer claims 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6B0BD-9758-4B3E-8A09-BA71E0A3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32985-1712-457F-91F5-37164CE4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67125"/>
            <a:ext cx="3752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The post-collapse transition opens into city rumble and street ambience, without describing passing traffic.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1BEEE-E509-4E2D-8C72-184CDA5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4543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4543F"/>
                </a:solidFill>
                <a:latin typeface="Aptos Display"/>
                <a:ea typeface="Aptos Display"/>
                <a:cs typeface="Aptos Display"/>
              </a:rPr>
              <a:t>20 wall hits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2476C-8C99-460F-9532-85FFE4B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the playful action becomes a progression system</a:t>
            </a:r>
          </a:p>
        </p:txBody>
      </p:sp>
    </p:spTree>
    <p:extLst>
      <p:ext uri="{BB962C8B-B14F-4D97-AF65-F5344CB8AC3E}">
        <p14:creationId xmlns:p14="http://schemas.microsoft.com/office/powerpoint/2010/main" val="6197385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F2837-CE94-4E68-BB2F-2768665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D8908-C8C6-4B48-8C87-790B531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ED02-9A81-4D3C-B9B5-CC39C7B6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1E5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369B-263B-4A5A-A6B3-5500AE3D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15AC05-B306-4B2B-B3C0-BAA8F018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SCENE 3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C6C2F-8745-46BC-99A5-B2F5E998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D"/>
          </a:solidFill>
          <a:ln xmlns:a="http://schemas.openxmlformats.org/drawingml/2006/main" w="0">
            <a:solidFill>
              <a:srgbClr val="B98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6204D-D012-4437-AA23-53415CA0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Routine returns as a metro ensemble and cleaner role.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24246463d47a6"/>
          <a:stretch xmlns:a="http://schemas.openxmlformats.org/drawingml/2006/main"/>
        </p:blipFill>
        <p:spPr>
          <a:xfrm xmlns:a="http://schemas.openxmlformats.org/drawingml/2006/main">
            <a:off x="5716902" y="1809750"/>
            <a:ext cx="5330195" cy="2667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67064-EE7F-48B6-ABE8-117E01C0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player is not volunteering. The scene positions them as a cleaner inside a compulsory work cycle.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CAC5F-D89C-4EB9-876A-2BA53D35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E8918-43FC-4A62-A690-C2575F7C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210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NPCs wander, board, exit, and reset cyclically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98E54-9990-461A-8846-4653519E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5F2DF-1E9E-4755-86C4-1EBB5F8A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210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trash deposits add quantized melody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B1C46-48A0-409A-A498-A7FFEB49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CF562-31CF-4FD8-8F0B-7E6C82E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210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bench pads, rail ostinato, drones, ticks, voices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A747-2FBB-43F1-9922-5CB76F83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7DE61-5623-45BA-BDEF-B81772CC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4210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58 BPM A minor pentatonic station grid</a:t>
            </a:r>
          </a:p>
        </p:txBody>
      </p:sp>
    </p:spTree>
    <p:extLst>
      <p:ext uri="{BB962C8B-B14F-4D97-AF65-F5344CB8AC3E}">
        <p14:creationId xmlns:p14="http://schemas.microsoft.com/office/powerpoint/2010/main" val="9510136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98835-4811-4A1A-A130-89E1360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A7D6C-3D2E-47EA-A1C5-9B375B6F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0DC3C-B035-48CB-AA79-20AE7495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45100-1C68-41C3-9EA2-1D2288A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E4F257-1FCA-4E4B-A93E-83597909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4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6B298-A5F8-4216-8A1C-258CE34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C87EC-971E-4A95-A538-30C9C8EA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The player's composition is a clock face in disguise.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8ba0bdb7d44a2"/>
          <a:stretch xmlns:a="http://schemas.openxmlformats.org/drawingml/2006/main"/>
        </p:blipFill>
        <p:spPr>
          <a:xfrm xmlns:a="http://schemas.openxmlformats.org/drawingml/2006/main">
            <a:off x="6172200" y="1849794"/>
            <a:ext cx="4762500" cy="25869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596CC-CED9-457D-8000-4EED6A8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64714-A113-4B71-9C9C-B33CDD79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12 slots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EE015-FE83-4209-AD48-10A8BCC4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each orb removes 1/12 of the concert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20DE6-0C46-46BE-92C1-ECC3CEF6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D"/>
          </a:solidFill>
          <a:ln xmlns:a="http://schemas.openxmlformats.org/drawingml/2006/main" w="0">
            <a:solidFill>
              <a:srgbClr val="B98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E98B-FE0A-4929-9983-ADFF4FA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0.25s to 1.0s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BA9D4-BF28-4AB1-83F1-DA920942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sequencer slows into clock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7AA50-4108-4EBA-A115-1C33838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619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ED98D-E24B-49F6-AE49-69E90CC2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57675"/>
            <a:ext cx="42767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Tones become ticks. The factory reloads at 9:00. The loop is authored by the player, then captures the player.</a:t>
            </a:r>
          </a:p>
        </p:txBody>
      </p:sp>
    </p:spTree>
    <p:extLst>
      <p:ext uri="{BB962C8B-B14F-4D97-AF65-F5344CB8AC3E}">
        <p14:creationId xmlns:p14="http://schemas.microsoft.com/office/powerpoint/2010/main" val="14730052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D03FB-639C-42F3-A8C3-87F680F7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FF087-0F8E-4BBE-AE29-3E09811C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5D780-83F4-41F9-BB83-D91119FB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8AACF-E4FE-42F0-8B34-6F1026A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50AE01-1648-4E6A-ACC5-FABED772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MUSICAL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D6680-A3F2-404B-B2F5-BC1C475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87804-E626-48B0-AF19-00A5350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One pitch reservoir ties the daydream together.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d75dd38fc452a"/>
          <a:stretch xmlns:a="http://schemas.openxmlformats.org/drawingml/2006/main"/>
        </p:blipFill>
        <p:spPr>
          <a:xfrm xmlns:a="http://schemas.openxmlformats.org/drawingml/2006/main">
            <a:off x="916900" y="1828800"/>
            <a:ext cx="6814900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7584A-3441-4C8A-BBFD-A403339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FF92A-78B1-4BCB-B279-C28D2E19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9547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3CE3F-672E-44A0-9CD6-48B19B53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573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factory composes; player obeys its grid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289CF-4D42-431B-B1D0-6F8668E7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C5820-876B-415E-A1E8-9BDECE3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384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169F1-72D0-4984-9133-9678BA04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0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player improvises; no global grid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497A6-615F-4FDF-BC22-73BDAB95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CBBDE-4BC4-479A-B2FD-4BF54A9B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DF94E-967B-43B1-9036-EE6F79B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432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world performs; player joins the ensemble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7AB29-1555-4BB4-BA73-EAA3544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9F10A-FE34-4CB0-A89E-8F1B71F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Scene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83C15-FD79-4DB2-8FC1-50BFDEF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862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player composes; loop becomes timekeeper</a:t>
            </a:r>
          </a:p>
        </p:txBody>
      </p:sp>
    </p:spTree>
    <p:extLst>
      <p:ext uri="{BB962C8B-B14F-4D97-AF65-F5344CB8AC3E}">
        <p14:creationId xmlns:p14="http://schemas.microsoft.com/office/powerpoint/2010/main" val="14937467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90D0F1-508D-4BBF-8A64-0DB975A6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8AE97-764B-4BE9-BA22-C41D948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CDCEF-7492-4FE4-ABAC-3ADDE106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1E5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1CC38-011A-4670-A991-9F267DE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0504E2-DA68-4FC7-9CEC-149A87B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TECHNICAL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F156B-DFB1-4A07-BAE1-AD7473A2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D"/>
          </a:solidFill>
          <a:ln xmlns:a="http://schemas.openxmlformats.org/drawingml/2006/main" w="0">
            <a:solidFill>
              <a:srgbClr val="B98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A6B68-494C-46CD-9269-064F877C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implementation connects XR interaction, scene tools, and audio clocks.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63448-4BB0-4518-8E24-2B8C030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238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4055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550DD-4278-42F8-851A-68914CE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XR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EE017-B0EB-474D-BC34-B4DC1E1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76784-38C6-48F7-BD7A-AE20956B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hands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94B25-E9D4-4AFF-BEEA-89CE242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D8797-0581-4CC6-B369-E59DAFAC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78B65-1F11-4FE3-BE85-D3555EC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2365-4D12-4F72-9968-78B98836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grab / release / throw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93F8A-BD14-468B-9B2A-D96E7CF3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238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4055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349BB-8F55-4142-93DC-F32B540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Scene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35721-AE81-40C7-8D11-8DB98DC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EECAE-F6D8-4D21-9DDB-1F06A5B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quota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C8CA1-A441-4F31-BC8D-F39A1D47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4036B-EF62-472C-90B9-0A43855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75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wall hits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ADACD-2538-445E-BAD4-CC2AC1E1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3DE51-E1A7-4ABE-BB95-101879A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train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A5CBB-B552-4DDA-A675-04344847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5DDF5-04C4-40F8-96B8-6988AC4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290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sequencer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36ABB-AF07-4E23-B64C-6F06E736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238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40556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B94B6-946A-4BEC-916E-97079715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Audio directors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D9462-7009-4701-84CE-C7733629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926DD-7ED4-4F34-A74F-40859C7E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DSP scheduling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F9EAA-812D-4BA1-8746-2A442B3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FC127-ED66-4A90-8E1E-2353315D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runtime slicing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96A2C-5C0E-451A-BD8D-11391098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5540D-95E8-455E-B126-920B785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stems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2CC2A9-CA07-454C-BDA0-ACD1713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4C59AD-8374-4FB8-8EE3-E171DCD0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290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924B3C-B6CE-4B4A-9B78-FB82B8F9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238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44"/>
          </a:solidFill>
          <a:ln xmlns:a="http://schemas.openxmlformats.org/drawingml/2006/main" w="9525">
            <a:solidFill>
              <a:srgbClr val="40556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B29F3-461D-42F5-9DA3-D867E3E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Quest build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81E7EE-8A67-430D-AF24-236E40E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F22B5F-F1A8-444E-A716-623AF104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OpenXR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93E355-8D1F-46C2-B127-6D51CB0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12BC97-14AD-492A-9A84-E4536A27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562046-0747-424F-8973-A80463C7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21F440-6C07-4287-8762-CE7CF190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VR diagnostics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D6BE45-4EC7-489A-9DE6-33A420DE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493366-71B3-40E3-A05E-506AC037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64F4FB-0148-41FC-8374-2C3AABD9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root-level scenes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E7CCE3-026B-4F64-862F-CD66D562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B0D649-6961-49A8-84CE-6FA1176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69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1344C-6DEC-403F-990F-E12CD96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runtime scripts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6F1C1F-2ECF-482A-A6BB-3BBD89A5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5D82DD-DED2-4A4E-B885-D62251DE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782A2A-D6A5-43AE-83C6-CCA2904B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editor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B085F1-EC2D-48DA-A22E-018A30FA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BA4F88-ADDA-44BA-81E3-C9414EBC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~16k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CFE88D-1997-4E0D-B0E6-F01105BC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project C# lines</a:t>
            </a:r>
          </a:p>
        </p:txBody>
      </p:sp>
    </p:spTree>
    <p:extLst>
      <p:ext uri="{BB962C8B-B14F-4D97-AF65-F5344CB8AC3E}">
        <p14:creationId xmlns:p14="http://schemas.microsoft.com/office/powerpoint/2010/main" val="11221295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849AF-4438-426C-8072-B036427D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FCC17-3623-4DB6-9D89-51869744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9BF8A-F8EF-4C1B-AF0A-30E8D4E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6551F-69BE-4001-AD4E-F8868E8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201A0EB-AABE-4173-8CB2-040292E1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SEMESTER DELTA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A6FD7-3C9C-43A9-8572-FABE432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24877-9002-46A2-87B7-0112F4B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MUS 442 turned a contrast study into a circular VR music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F6882-B1C1-45C1-BBE5-76CBA6D5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B358F-C8DC-454C-8E70-A314917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Narrative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23645-513F-44EC-9A92-CB49718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FAE53-B3B5-4E66-A086-068EFEFA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two scenes became four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8D901-C718-4CAF-84FE-7AE7D91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41F5B-8FCE-4918-8A5A-ECACD98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metro replaced old Scene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2AD6A-F744-4752-88BD-CCD71A5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DE755-E4A8-459F-AEE6-EE4DEE3D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concert finale became clock reveal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829FA-7D4D-493A-9FD7-8CEC10A2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4F465-5F06-4333-9823-65EC258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19E80-F57A-445C-9C37-06460D7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5A790-9918-4C27-9415-DA93058D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cyclic train and NPC boarding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75D49-5D43-49D8-89DE-1CB3E54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28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621CE-EF81-44AD-B99D-CC5C0E8F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compulsory cleanup cart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2AC35-9A5E-4D45-92C1-698E2EC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5D16F-1C51-46AF-8D93-C8378576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Scene 4 sequencer, band, audience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05094-0FEC-471B-9F5B-B1019C6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78D31-F64C-471D-B6F6-01E5CF2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8F1FF-6965-4353-916A-C515BB5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29ABD-F474-4A44-8E88-EC0EEAC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factory and metro generative scores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7298E7-3045-44FC-9CB1-1E547041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BAA00-FA36-483E-9580-D7931FB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city ambience after visual collapse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288AD-8B87-4AB4-99FB-82FA3501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707CB-B2AF-42F8-85BD-E01BE9B6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DSP-synced concert stems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293B06-788B-4E94-A525-AA8D1F81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04937C-F82F-4388-9EF1-B73B6EEE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147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Device polish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FDC26C-E027-460B-B551-3C62283A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C5BF33-50DE-4BDB-9877-FED3360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95775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Quest physics/grab repairs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E0EE7C-4927-423B-BDD9-C2E78986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1DBF0-5106-4278-8570-18BBFF69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LOD, blob shadow, diagnostics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D79A88-D5E6-4851-BEEA-8D00ED6B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EAD611-50EB-46ED-8371-E039F4BF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382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cross-scene final verification pending</a:t>
            </a:r>
          </a:p>
        </p:txBody>
      </p:sp>
    </p:spTree>
    <p:extLst>
      <p:ext uri="{BB962C8B-B14F-4D97-AF65-F5344CB8AC3E}">
        <p14:creationId xmlns:p14="http://schemas.microsoft.com/office/powerpoint/2010/main" val="68691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B28E0-DB52-4960-8368-D1978D5A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D559C-298C-4FD3-93A5-01E629FF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3D127-6183-49BA-B889-3D0CB3AE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C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52D5B-01B3-44C6-9583-0941117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4707C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61F6E0-3B34-4D73-8A0D-9D6C4E41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SUBMISSION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9439C-8572-49A9-B22B-E777C1F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04EE7-D20E-459A-8475-FBBFF6F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1B26"/>
                </a:solidFill>
                <a:latin typeface="Aptos Display"/>
                <a:ea typeface="Aptos Display"/>
                <a:cs typeface="Aptos Display"/>
              </a:rPr>
              <a:t>The materials now match the corrected project identity.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988B-B7FD-4BED-B068-04F841DD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1B657-E194-4268-AE6E-26C28802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B18B5-38EB-4B17-B89C-DF45463C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MUS442_Final_Report.docx / 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0A4C4-AB28-4686-867B-FD08BDEF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08942-E2E6-42DF-9D35-DAB1D79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FDD92-B797-4F18-83F0-C060716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MUS442_Final_Presentation.pptx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F9DFC-1D3A-493B-8680-368B3712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6AB8D-10C0-42E3-B0EF-B2A7C90E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F6F69"/>
                </a:solidFill>
                <a:latin typeface="Aptos Display"/>
                <a:ea typeface="Aptos Display"/>
                <a:cs typeface="Aptos Display"/>
              </a:rPr>
              <a:t>System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0AD03-55F7-4C31-81DC-309EAFBA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MUS442_Musical_System_Map.docx / .pdf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28332-0771-4E6F-88D0-4854D79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982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403DC-06ED-4A70-BF25-CEC43ED9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Bilgi Learn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011B7-7D5E-4761-A39D-71F3CFD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video is evidence; headset is the full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08868-22C1-46BC-B049-C041D589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3810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5F353-74B4-4E71-8047-EAC60B3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3467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B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1B26"/>
                </a:solidFill>
                <a:latin typeface="Aptos"/>
                <a:ea typeface="Aptos"/>
                <a:cs typeface="Aptos"/>
              </a:rPr>
              <a:t>Final checks before live submission: run full Quest 3S regression, verify Scene 4 serialized setup, complete the loudness pass, and export the final recording.</a:t>
            </a:r>
          </a:p>
        </p:txBody>
      </p:sp>
    </p:spTree>
    <p:extLst>
      <p:ext uri="{BB962C8B-B14F-4D97-AF65-F5344CB8AC3E}">
        <p14:creationId xmlns:p14="http://schemas.microsoft.com/office/powerpoint/2010/main" val="8836658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6B6B4-21F5-40CE-8C4D-C53BB250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2BCEB-E1B7-4505-90E7-08649A53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C8322-7E65-4FA0-83A1-50DD4C0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1E5"/>
                </a:solidFill>
                <a:latin typeface="Aptos"/>
                <a:ea typeface="Aptos"/>
                <a:cs typeface="Aptos"/>
              </a:rPr>
              <a:t>Mind Palace | Semiha Paksoy | MUS 442 Senior Project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6A006-842E-4E0C-A2FA-6E2AC692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7E1E5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B099C1-A0BC-44DF-80CA-F2AFA34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C7B55-3840-4F66-9707-7FF03C4C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D"/>
          </a:solidFill>
          <a:ln xmlns:a="http://schemas.openxmlformats.org/drawingml/2006/main" w="0">
            <a:solidFill>
              <a:srgbClr val="B98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80B58-2FF8-4D4F-8B34-5F2FD218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influence list now includes Dancer in the Dark.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99D21-A42E-4739-80D9-5DEF966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DDEE1-5E0A-4FAE-AE9F-A117EAA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Somer (2002), Maladaptive Daydreaming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CEE47-1632-4DA3-9A73-72DF9A8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9AB9C-3FDE-4B45-82D9-6F60B02F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Marx (1844), Economic and Philosophic Manuscripts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2A13D-4D34-44D6-BB2D-60CAE1E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9C044-3123-45F4-83F3-F68D7971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Breton (1924), Manifesto of Surrealism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3B45C-06F3-4E61-A562-987E9C85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13C77-8A88-4B69-8C8A-771E26E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Eno (1978), Ambient 1: Music for Airports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4E013-E1AB-4A29-B780-D833AEA0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58B1C-33BD-4C7A-B145-C6F95EE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Radiohead and Epic Games (2021), Kid A Mnesia Exhibition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0BAA8-0120-4819-A96D-9B2E025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7F3C4-7D7C-4EA7-9FFB-259DCC3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von Trier (Director, 2000), Dancer in the Dark [Film]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0B3BA-7ADE-4D1E-BAE1-6B23A06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2F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7F177-A27C-4DF2-A48B-0F1A513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782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Unity and Meta Quest developer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ADD3B-6CA8-4F2C-93D6-54B62B7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7C6D1-7B43-49C9-BF4B-77229524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9822D"/>
                </a:solidFill>
                <a:latin typeface="Aptos Display"/>
                <a:ea typeface="Aptos Display"/>
                <a:cs typeface="Aptos Display"/>
              </a:rPr>
              <a:t>Semiha Paksoy</a:t>
            </a:r>
          </a:p>
        </p:txBody>
      </p:sp>
    </p:spTree>
    <p:extLst>
      <p:ext uri="{BB962C8B-B14F-4D97-AF65-F5344CB8AC3E}">
        <p14:creationId xmlns:p14="http://schemas.microsoft.com/office/powerpoint/2010/main" val="892953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2026-06-12T19:38:53.6500000Z</dcterms:created>
  <dcterms:modified xsi:type="dcterms:W3CDTF">2026-06-12T19:38:53.6500000Z</dcterms:modified>
</coreProperties>
</file>